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drawing3.xml" ContentType="application/vnd.ms-office.drawingml.diagramDrawing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diagrams/drawing4.xml" ContentType="application/vnd.ms-office.drawingml.diagramDrawing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1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95" autoAdjust="0"/>
    <p:restoredTop sz="94713" autoAdjust="0"/>
  </p:normalViewPr>
  <p:slideViewPr>
    <p:cSldViewPr snapToGrid="0">
      <p:cViewPr>
        <p:scale>
          <a:sx n="100" d="100"/>
          <a:sy n="100" d="100"/>
        </p:scale>
        <p:origin x="-990" y="-8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D6E4CA-1F00-4D70-8D48-3E11FA064AA8}">
      <dsp:nvSpPr>
        <dsp:cNvPr id="0" name=""/>
        <dsp:cNvSpPr/>
      </dsp:nvSpPr>
      <dsp:spPr>
        <a:xfrm>
          <a:off x="1923214" y="3230696"/>
          <a:ext cx="3305060" cy="330506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0AF7D0B-5540-4F50-A7E9-A6BE623C0611}">
      <dsp:nvSpPr>
        <dsp:cNvPr id="0" name=""/>
        <dsp:cNvSpPr/>
      </dsp:nvSpPr>
      <dsp:spPr>
        <a:xfrm>
          <a:off x="2247440" y="3531456"/>
          <a:ext cx="2115238" cy="1090669"/>
        </a:xfrm>
        <a:prstGeom prst="rect">
          <a:avLst/>
        </a:prstGeom>
        <a:noFill/>
        <a:ln w="28575" cap="rnd" cmpd="sng" algn="ctr">
          <a:noFill/>
          <a:prstDash val="solid"/>
        </a:ln>
        <a:effectLst/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2247440" y="3531456"/>
        <a:ext cx="2115238" cy="10906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B8FECB-EBB0-4509-8793-81EC917D35FF}">
      <dsp:nvSpPr>
        <dsp:cNvPr id="0" name=""/>
        <dsp:cNvSpPr/>
      </dsp:nvSpPr>
      <dsp:spPr>
        <a:xfrm>
          <a:off x="403387" y="1271"/>
          <a:ext cx="2779924" cy="1915368"/>
        </a:xfrm>
        <a:prstGeom prst="round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8000" r="-38000"/>
          </a:stretch>
        </a:blip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F651376-5DBE-4DE9-8795-57C9A3EA7E0B}">
      <dsp:nvSpPr>
        <dsp:cNvPr id="0" name=""/>
        <dsp:cNvSpPr/>
      </dsp:nvSpPr>
      <dsp:spPr>
        <a:xfrm>
          <a:off x="403387" y="1916639"/>
          <a:ext cx="2779924" cy="1031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>
        <a:off x="403387" y="1916639"/>
        <a:ext cx="2779924" cy="10313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4BCA5C-74DC-438B-A728-1299810054D7}">
      <dsp:nvSpPr>
        <dsp:cNvPr id="0" name=""/>
        <dsp:cNvSpPr/>
      </dsp:nvSpPr>
      <dsp:spPr>
        <a:xfrm>
          <a:off x="5314710" y="2563959"/>
          <a:ext cx="4560190" cy="368845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5000" r="-15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6DB21E-04BF-44E3-956D-D8DBF92A52D3}">
      <dsp:nvSpPr>
        <dsp:cNvPr id="0" name=""/>
        <dsp:cNvSpPr/>
      </dsp:nvSpPr>
      <dsp:spPr>
        <a:xfrm>
          <a:off x="3386735" y="4608850"/>
          <a:ext cx="3187516" cy="1643563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3386735" y="4608850"/>
        <a:ext cx="3187516" cy="164356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933184-2CB7-4D60-A9AF-F514CF3F8DCC}">
      <dsp:nvSpPr>
        <dsp:cNvPr id="0" name=""/>
        <dsp:cNvSpPr/>
      </dsp:nvSpPr>
      <dsp:spPr>
        <a:xfrm>
          <a:off x="3836249" y="3430384"/>
          <a:ext cx="2266105" cy="12665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F31C4E-6B26-4938-A398-39B7C70D2A84}">
      <dsp:nvSpPr>
        <dsp:cNvPr id="0" name=""/>
        <dsp:cNvSpPr/>
      </dsp:nvSpPr>
      <dsp:spPr>
        <a:xfrm>
          <a:off x="2100361" y="2833633"/>
          <a:ext cx="1976811" cy="1019293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900" kern="1200" dirty="0"/>
        </a:p>
      </dsp:txBody>
      <dsp:txXfrm>
        <a:off x="2100361" y="2833633"/>
        <a:ext cx="1976811" cy="1019293"/>
      </dsp:txXfrm>
    </dsp:sp>
  </dsp:spTree>
</dsp:drawing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42447"/>
            <a:ext cx="10972800" cy="1116105"/>
          </a:xfrm>
        </p:spPr>
        <p:txBody>
          <a:bodyPr/>
          <a:lstStyle/>
          <a:p>
            <a:r>
              <a:rPr lang="en-US" dirty="0"/>
              <a:t>Personality Traits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882" y="4410634"/>
            <a:ext cx="11044517" cy="2245659"/>
          </a:xfrm>
        </p:spPr>
        <p:txBody>
          <a:bodyPr>
            <a:normAutofit lnSpcReduction="10000"/>
          </a:bodyPr>
          <a:lstStyle/>
          <a:p>
            <a:pPr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I m a Friendly and hardworking person 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I m cheerful an caring person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I m supportive person 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10988" y="954741"/>
            <a:ext cx="113896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/>
              <a:t>Self  introduction </a:t>
            </a:r>
            <a:endParaRPr lang="en-US" sz="9600" dirty="0"/>
          </a:p>
        </p:txBody>
      </p:sp>
      <p:sp>
        <p:nvSpPr>
          <p:cNvPr id="7" name="TextBox 6"/>
          <p:cNvSpPr txBox="1"/>
          <p:nvPr/>
        </p:nvSpPr>
        <p:spPr>
          <a:xfrm>
            <a:off x="4491318" y="2702859"/>
            <a:ext cx="54998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My self Sumaiya arif</a:t>
            </a:r>
            <a:endParaRPr lang="en-US" sz="4000" dirty="0"/>
          </a:p>
        </p:txBody>
      </p:sp>
    </p:spTree>
    <p:extLst>
      <p:ext uri="{BB962C8B-B14F-4D97-AF65-F5344CB8AC3E}">
        <p14:creationId xmlns="" xmlns:p14="http://schemas.microsoft.com/office/powerpoint/2010/main" val="3975232067"/>
      </p:ext>
    </p:ext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style.fontFamily</p:attrName>
                                        </p:attrNameLst>
                                      </p:cBhvr>
                                      <p:to>
                                        <p:strVal val="Times New Roma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Hobbies &amp; Interests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965" y="1935480"/>
            <a:ext cx="11192435" cy="4389120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>
                <a:latin typeface="Arial" pitchFamily="34" charset="0"/>
                <a:cs typeface="Arial" pitchFamily="34" charset="0"/>
              </a:rPr>
              <a:t>Reading books 📚</a:t>
            </a:r>
          </a:p>
          <a:p>
            <a:pPr marL="0" indent="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• Exploring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New Things💻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• Traveling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🌍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7" name="Picture 6" descr="WhatsApp Image 2025-09-26 at 10.40.12_c62e92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682" y="3015047"/>
            <a:ext cx="2782271" cy="3669957"/>
          </a:xfrm>
          <a:prstGeom prst="rect">
            <a:avLst/>
          </a:prstGeom>
        </p:spPr>
      </p:pic>
      <p:pic>
        <p:nvPicPr>
          <p:cNvPr id="8" name="Picture 7" descr="WhatsApp Image 2025-09-26 at 10.40.23_cf02c2d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0531" y="2973859"/>
            <a:ext cx="2399270" cy="3690552"/>
          </a:xfrm>
          <a:prstGeom prst="rect">
            <a:avLst/>
          </a:prstGeom>
        </p:spPr>
      </p:pic>
      <p:pic>
        <p:nvPicPr>
          <p:cNvPr id="6" name="Picture 5" descr="WhatsApp Image 2025-09-26 at 10.40.04_7959108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7754" y="2961501"/>
            <a:ext cx="2472442" cy="366583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0685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Academic/Personal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Completed </a:t>
            </a:r>
            <a:r>
              <a:rPr lang="en-US" dirty="0" smtClean="0"/>
              <a:t>[dars-e-nizami] from zainab lilbnat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Participated in </a:t>
            </a:r>
            <a:r>
              <a:rPr lang="en-US" dirty="0" smtClean="0"/>
              <a:t>callygraphy got a award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 descr="WhatsApp Image 2025-09-06 at 00.53.20_c21a427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95282"/>
            <a:ext cx="4419600" cy="426271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1852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Learned in this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5" y="2603500"/>
            <a:ext cx="8825659" cy="131059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I</a:t>
            </a:r>
            <a:r>
              <a:rPr lang="" dirty="0" smtClean="0"/>
              <a:t>n this course i laerned basic computer skills ms office</a:t>
            </a:r>
          </a:p>
          <a:p>
            <a:pPr>
              <a:buNone/>
            </a:pPr>
            <a:r>
              <a:rPr lang="" dirty="0" smtClean="0"/>
              <a:t>(word,excel, power point) basic programming 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8" name="Heart 17"/>
          <p:cNvSpPr/>
          <p:nvPr/>
        </p:nvSpPr>
        <p:spPr>
          <a:xfrm>
            <a:off x="9018495" y="1528483"/>
            <a:ext cx="2380129" cy="1237129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Heart 18"/>
          <p:cNvSpPr/>
          <p:nvPr/>
        </p:nvSpPr>
        <p:spPr>
          <a:xfrm>
            <a:off x="9009528" y="363071"/>
            <a:ext cx="2380129" cy="1237129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art 19"/>
          <p:cNvSpPr/>
          <p:nvPr/>
        </p:nvSpPr>
        <p:spPr>
          <a:xfrm>
            <a:off x="9148481" y="5100918"/>
            <a:ext cx="2380129" cy="1237129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Heart 20"/>
          <p:cNvSpPr/>
          <p:nvPr/>
        </p:nvSpPr>
        <p:spPr>
          <a:xfrm>
            <a:off x="9126071" y="3881718"/>
            <a:ext cx="2380129" cy="1237129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Heart 21"/>
          <p:cNvSpPr/>
          <p:nvPr/>
        </p:nvSpPr>
        <p:spPr>
          <a:xfrm>
            <a:off x="9063317" y="2743200"/>
            <a:ext cx="2380129" cy="1237129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74060" y="4208929"/>
            <a:ext cx="51098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Favorite topic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0" y="4773707"/>
            <a:ext cx="70193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sz="2800" dirty="0" smtClean="0"/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My favorite topic introduction to computer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My favorite tool is ms word</a:t>
            </a:r>
          </a:p>
        </p:txBody>
      </p:sp>
    </p:spTree>
    <p:extLst>
      <p:ext uri="{BB962C8B-B14F-4D97-AF65-F5344CB8AC3E}">
        <p14:creationId xmlns="" xmlns:p14="http://schemas.microsoft.com/office/powerpoint/2010/main" val="352116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WhatsApp Image 2025-09-27 at 05.11.21_2039faa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1921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Strengths &amp; 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481" y="2441264"/>
            <a:ext cx="10440872" cy="30374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</a:t>
            </a:r>
            <a:r>
              <a:rPr lang="en-US" sz="4000" dirty="0">
                <a:solidFill>
                  <a:schemeClr val="bg1"/>
                </a:solidFill>
              </a:rPr>
              <a:t>Strength:</a:t>
            </a:r>
            <a:r>
              <a:rPr lang="" sz="4000" dirty="0">
                <a:solidFill>
                  <a:schemeClr val="bg1"/>
                </a:solidFill>
              </a:rPr>
              <a:t> </a:t>
            </a:r>
            <a:r>
              <a:rPr lang="" sz="4000" dirty="0" smtClean="0">
                <a:solidFill>
                  <a:schemeClr val="bg1"/>
                </a:solidFill>
              </a:rPr>
              <a:t>i keep trying until i achive it</a:t>
            </a:r>
            <a:endParaRPr lang="" sz="4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" sz="4000" dirty="0">
                <a:solidFill>
                  <a:schemeClr val="bg1"/>
                </a:solidFill>
              </a:rPr>
              <a:t> Weakness: low confident around a lot of 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33630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650859">
            <a:off x="7475401" y="830687"/>
            <a:ext cx="4888078" cy="51638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000" dirty="0">
                <a:latin typeface="Algerian" pitchFamily="82" charset="0"/>
              </a:rPr>
              <a:t>Future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019" y="2657966"/>
            <a:ext cx="8503474" cy="2109098"/>
          </a:xfrm>
        </p:spPr>
        <p:txBody>
          <a:bodyPr>
            <a:normAutofit/>
          </a:bodyPr>
          <a:lstStyle/>
          <a:p>
            <a:r>
              <a:rPr lang="en-US" sz="4800" b="1" dirty="0"/>
              <a:t>My</a:t>
            </a:r>
            <a:r>
              <a:rPr lang="en-US" sz="1600" b="1" dirty="0"/>
              <a:t> </a:t>
            </a:r>
            <a:r>
              <a:rPr lang="en-US" b="1" dirty="0"/>
              <a:t>goals</a:t>
            </a:r>
            <a:r>
              <a:rPr lang="" b="1" dirty="0"/>
              <a:t> iS to build a madarsa to spread a Islamic knowledge </a:t>
            </a:r>
            <a:endParaRPr lang="en-US" b="1" dirty="0"/>
          </a:p>
          <a:p>
            <a:r>
              <a:rPr lang="" b="1" dirty="0" smtClean="0"/>
              <a:t>I</a:t>
            </a:r>
            <a:r>
              <a:rPr lang="en-US" b="1" dirty="0" smtClean="0"/>
              <a:t>w</a:t>
            </a:r>
            <a:r>
              <a:rPr lang="" b="1" dirty="0" smtClean="0"/>
              <a:t>ant  </a:t>
            </a:r>
            <a:r>
              <a:rPr lang="" b="1" dirty="0"/>
              <a:t>Build a my own business and grow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176" y="4840940"/>
            <a:ext cx="77992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Role model  :  </a:t>
            </a:r>
            <a:r>
              <a:rPr lang="en-US" sz="2800" dirty="0" smtClean="0"/>
              <a:t>my mother my role model           </a:t>
            </a:r>
          </a:p>
          <a:p>
            <a:r>
              <a:rPr lang="en-US" sz="3200" dirty="0" smtClean="0"/>
              <a:t>Inspiration  :  my teacher my inspiration</a:t>
            </a:r>
          </a:p>
        </p:txBody>
      </p:sp>
    </p:spTree>
    <p:extLst>
      <p:ext uri="{BB962C8B-B14F-4D97-AF65-F5344CB8AC3E}">
        <p14:creationId xmlns="" xmlns:p14="http://schemas.microsoft.com/office/powerpoint/2010/main" val="115749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🙏</a:t>
            </a:r>
          </a:p>
        </p:txBody>
      </p:sp>
      <p:pic>
        <p:nvPicPr>
          <p:cNvPr id="6" name="Content Placeholder 5" descr="WhatsApp Image 2025-09-26 at 10.49.54_f3b8ee0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86032" y="-1247518"/>
            <a:ext cx="12678032" cy="8105518"/>
          </a:xfrm>
        </p:spPr>
      </p:pic>
      <p:sp>
        <p:nvSpPr>
          <p:cNvPr id="4" name="TextBox 3"/>
          <p:cNvSpPr txBox="1"/>
          <p:nvPr/>
        </p:nvSpPr>
        <p:spPr>
          <a:xfrm>
            <a:off x="3667123" y="-359708"/>
            <a:ext cx="870024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/>
              <a:t>Fun fact</a:t>
            </a:r>
            <a:r>
              <a:rPr lang="en-US" dirty="0" smtClean="0"/>
              <a:t>:  </a:t>
            </a:r>
            <a:r>
              <a:rPr lang="en-US" sz="2800" dirty="0" smtClean="0"/>
              <a:t>The footprint on the moon are still there because the moon has no wind and no rain</a:t>
            </a: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351803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176</TotalTime>
  <Words>180</Words>
  <Application>Microsoft Office PowerPoint</Application>
  <PresentationFormat>Custom</PresentationFormat>
  <Paragraphs>38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Flow</vt:lpstr>
      <vt:lpstr>Personality Traits</vt:lpstr>
      <vt:lpstr>Hobbies &amp; Interests</vt:lpstr>
      <vt:lpstr>Academic/Personal Achievements</vt:lpstr>
      <vt:lpstr>Skills Learned in this Course</vt:lpstr>
      <vt:lpstr>Strengths &amp; Weaknesses</vt:lpstr>
      <vt:lpstr>Future Goals</vt:lpstr>
      <vt:lpstr>Thank You 🙏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 Presentation</dc:title>
  <dc:creator>HITLER</dc:creator>
  <cp:lastModifiedBy>user</cp:lastModifiedBy>
  <cp:revision>29</cp:revision>
  <dcterms:created xsi:type="dcterms:W3CDTF">2025-09-26T11:27:23Z</dcterms:created>
  <dcterms:modified xsi:type="dcterms:W3CDTF">2025-09-27T14:57:37Z</dcterms:modified>
</cp:coreProperties>
</file>